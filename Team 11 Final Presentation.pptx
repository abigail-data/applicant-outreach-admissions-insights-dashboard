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5E228-9AF5-451C-8CB9-8AC36F413AD7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F3B64-C8E4-422A-A085-DB71FFF550E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7667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F3B64-C8E4-422A-A085-DB71FFF550E4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3692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6920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37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0762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7889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0080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1412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391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257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4073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7998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93754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2474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2694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27917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73123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21384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4891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90ABA8-51C7-44A9-931B-9965990056CC}" type="datetimeFigureOut">
              <a:rPr lang="en-NG" smtClean="0"/>
              <a:t>04/04/2026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98F41-C251-4E23-94B7-EDAE6F4EAE9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18952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tory pin image">
            <a:extLst>
              <a:ext uri="{FF2B5EF4-FFF2-40B4-BE49-F238E27FC236}">
                <a16:creationId xmlns:a16="http://schemas.microsoft.com/office/drawing/2014/main" id="{08690275-450A-8EC7-387D-ADED96E93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E1791A-E314-C6C4-A45F-0B4F5206D272}"/>
              </a:ext>
            </a:extLst>
          </p:cNvPr>
          <p:cNvSpPr txBox="1"/>
          <p:nvPr/>
        </p:nvSpPr>
        <p:spPr>
          <a:xfrm>
            <a:off x="580103" y="218792"/>
            <a:ext cx="104811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APPLICANT OUTREACH AND </a:t>
            </a:r>
          </a:p>
          <a:p>
            <a:pPr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	 ADMISSIONS INSIGHTS</a:t>
            </a:r>
            <a:endParaRPr lang="en-NG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826DE-ACED-3AD8-893E-C7B296262A9F}"/>
              </a:ext>
            </a:extLst>
          </p:cNvPr>
          <p:cNvSpPr txBox="1"/>
          <p:nvPr/>
        </p:nvSpPr>
        <p:spPr>
          <a:xfrm>
            <a:off x="2036522" y="3238278"/>
            <a:ext cx="8399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Data-Driven Analysis of Recruitment, Engagement, and Case Progress</a:t>
            </a:r>
            <a:endParaRPr lang="en-NG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FB732-FDFE-7F3C-0E5A-5C217C6E8CAD}"/>
              </a:ext>
            </a:extLst>
          </p:cNvPr>
          <p:cNvSpPr txBox="1"/>
          <p:nvPr/>
        </p:nvSpPr>
        <p:spPr>
          <a:xfrm>
            <a:off x="8180439" y="6243484"/>
            <a:ext cx="3618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11 | January 2026</a:t>
            </a:r>
          </a:p>
        </p:txBody>
      </p:sp>
    </p:spTree>
    <p:extLst>
      <p:ext uri="{BB962C8B-B14F-4D97-AF65-F5344CB8AC3E}">
        <p14:creationId xmlns:p14="http://schemas.microsoft.com/office/powerpoint/2010/main" val="286231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DFBC-B267-964A-C5F5-85FEACD3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5907" y="295401"/>
            <a:ext cx="3860570" cy="884469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Business Success Concept - Dart Hitting Target Stock Photo, Picture and  Royalty Free Image. Image 6844473.">
            <a:extLst>
              <a:ext uri="{FF2B5EF4-FFF2-40B4-BE49-F238E27FC236}">
                <a16:creationId xmlns:a16="http://schemas.microsoft.com/office/drawing/2014/main" id="{9DBB2339-C31A-65A7-ED27-9CB801700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826" y="0"/>
            <a:ext cx="122608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EA7CC-FB37-AB6F-2A94-E390818E3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056" y="1885770"/>
            <a:ext cx="8139010" cy="3797276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Key EDA Insights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 Cleaning &amp; Quality Improvements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Dashboard Walkthrough &amp; Insights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03473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D876-3875-9C2C-CA16-5DAC1F9A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516" y="221444"/>
            <a:ext cx="5187800" cy="776314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Notion Productivity: Unlock Exceptional Workflow Efficiency!">
            <a:extLst>
              <a:ext uri="{FF2B5EF4-FFF2-40B4-BE49-F238E27FC236}">
                <a16:creationId xmlns:a16="http://schemas.microsoft.com/office/drawing/2014/main" id="{63812D35-EC8C-428D-5D88-55405D0E4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13485-4471-4767-2A30-DFFB96D08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1" y="2052919"/>
            <a:ext cx="8869982" cy="4033250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7,543 records and 80 original variables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5,000 unique students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Variable Type: Categorical, Numerical &amp; Date and Time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Focus on international graduate recruitment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High sparsity and repeated interaction records</a:t>
            </a:r>
          </a:p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3438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BD42-3731-3179-1522-7603A151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62" y="324899"/>
            <a:ext cx="8153760" cy="795979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EDA Insights – Engagement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779CC-7816-0559-7507-696945EEC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34" y="1953082"/>
            <a:ext cx="7337680" cy="340268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7,543 interactions across 5,000 students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Average of 1.5 interactions per student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Small group of high-touch applicants dominate engagement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4A643-CDC7-28A4-6F1F-7C35C4EE1E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898" y="3883742"/>
            <a:ext cx="4298960" cy="264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3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AE4C-B173-3255-4F7A-5F90E387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215" y="344563"/>
            <a:ext cx="8055437" cy="805811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EDA Insights – Geography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58677-F8CE-B69F-0632-60E1FF556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2504203"/>
            <a:ext cx="7750629" cy="2546769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India contributes over 60% of applicants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US, Ghana, Nigeria follow distantly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Opportunity to expand into underrepresented regions</a:t>
            </a:r>
          </a:p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9129-72CE-BEF1-CFB7-DAAD6E34CE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555" y="3617102"/>
            <a:ext cx="4946393" cy="30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3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0049-4DDD-4573-F03B-B137A662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26143"/>
            <a:ext cx="9818794" cy="983226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EDA Insights – Programs &amp; Intakes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B264-B799-B044-D210-668484E7E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767782"/>
            <a:ext cx="8946541" cy="2469921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Business Analytics and Computer Science dominate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Strong Fall intake peaks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Spring and Winter intakes underutilized</a:t>
            </a:r>
          </a:p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87AF8-38B1-4785-437B-3490486E37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735" y="4237703"/>
            <a:ext cx="4101622" cy="2546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4CB6C-07EB-AA2D-E179-68FF1672DF7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147222"/>
            <a:ext cx="4147171" cy="25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4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34A7-A403-0CED-F6C0-CA6A38BB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255"/>
            <a:ext cx="10778973" cy="1228597"/>
          </a:xfrm>
        </p:spPr>
        <p:txBody>
          <a:bodyPr/>
          <a:lstStyle/>
          <a:p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Data Cleaning &amp; Quality Improvements</a:t>
            </a:r>
            <a:endParaRPr lang="en-NG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4" name="Picture 8" descr="What is Data Cleansing in Healthcare? | 4medica">
            <a:extLst>
              <a:ext uri="{FF2B5EF4-FFF2-40B4-BE49-F238E27FC236}">
                <a16:creationId xmlns:a16="http://schemas.microsoft.com/office/drawing/2014/main" id="{765C4C2C-2D92-B507-B135-748DD65EF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6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56956-C12A-8A5C-63C8-983A3C8B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Dropped 38 empty columns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Reduced dataset to 32 usable fields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Standardized categories and fixed date formats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Preserved duplicate Reference_IDs for interaction analysis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413494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F19F-9BD6-8186-26DF-70715E030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11" y="132953"/>
            <a:ext cx="7416341" cy="953295"/>
          </a:xfrm>
        </p:spPr>
        <p:txBody>
          <a:bodyPr/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Dashboard Walkthrough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951C0-3F7E-E46E-2F0A-DC28A1E773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2282"/>
            <a:ext cx="12309987" cy="69289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712E6-366B-F2CA-C30B-33A4ABA7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Country and college distribution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Outreach outcomes and counselor activity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Intake-based trends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Focus on engagement and case progress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948897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8B39-F7DB-2184-F0AD-B9ABBEFC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705" y="177198"/>
            <a:ext cx="7966947" cy="864805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Major Dashboard Insights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8" name="Picture 4" descr="Magnifying glass on chart graph spreadsheet paper. Financial development,  Banking Account, Statistics, economy, Stock exchange trading, Business  office company meeting concept. 13288819 Stock Photo at Vecteezy">
            <a:extLst>
              <a:ext uri="{FF2B5EF4-FFF2-40B4-BE49-F238E27FC236}">
                <a16:creationId xmlns:a16="http://schemas.microsoft.com/office/drawing/2014/main" id="{4A9CD41B-5854-7752-EA8B-9E3921332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C831-EC78-B70C-1F1F-9FC1EE838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Follow-ups and missing transcripts dominate outcomes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Indicates engagement but slow resolution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Counselor activity varies significantly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4451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290B-6F68-6629-0C9E-BF1348B9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75" y="93624"/>
            <a:ext cx="5990663" cy="1031953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A20BC-8D56-77CD-1638-817C6E409E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418BD-A12F-1DAC-5644-6C801111E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Improve data completeness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Expand geographic outreach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Diversify college partnerships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Optimize case tracking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Balance counselor workload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221370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1A0D-553D-B8D1-1F81-BA0259C7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105" y="142786"/>
            <a:ext cx="3906224" cy="933630"/>
          </a:xfrm>
        </p:spPr>
        <p:txBody>
          <a:bodyPr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NG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Man holding flag on the peak of mountain and sunset outdoor ...">
            <a:extLst>
              <a:ext uri="{FF2B5EF4-FFF2-40B4-BE49-F238E27FC236}">
                <a16:creationId xmlns:a16="http://schemas.microsoft.com/office/drawing/2014/main" id="{E958623A-FD2C-134E-E1D9-90CAD9025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32885-1732-2387-1E5C-6B6E9F30E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Strong engagement but concentrated pipelines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 cleaning enabled actionable insights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Better data leads to better admissions strategy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645618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 you presentation images">
            <a:extLst>
              <a:ext uri="{FF2B5EF4-FFF2-40B4-BE49-F238E27FC236}">
                <a16:creationId xmlns:a16="http://schemas.microsoft.com/office/drawing/2014/main" id="{D1EFD8C7-42AB-1688-1AD7-497CD637C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142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358</TotalTime>
  <Words>239</Words>
  <Application>Microsoft Office PowerPoint</Application>
  <PresentationFormat>Widescreen</PresentationFormat>
  <Paragraphs>54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</vt:lpstr>
      <vt:lpstr>PowerPoint Presentation</vt:lpstr>
      <vt:lpstr>Agenda</vt:lpstr>
      <vt:lpstr>Dataset Overview</vt:lpstr>
      <vt:lpstr>EDA Insights – Engagement</vt:lpstr>
      <vt:lpstr>EDA Insights – Geography</vt:lpstr>
      <vt:lpstr>EDA Insights – Programs &amp; Intakes</vt:lpstr>
      <vt:lpstr>Data Cleaning &amp; Quality Improvements</vt:lpstr>
      <vt:lpstr>Dashboard Walkthrough</vt:lpstr>
      <vt:lpstr>Major Dashboard Insights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Nwamaka Chidiebere</dc:creator>
  <cp:lastModifiedBy>abigailmic22@gmail.com</cp:lastModifiedBy>
  <cp:revision>3</cp:revision>
  <dcterms:created xsi:type="dcterms:W3CDTF">2026-01-29T13:36:47Z</dcterms:created>
  <dcterms:modified xsi:type="dcterms:W3CDTF">2026-04-04T09:25:09Z</dcterms:modified>
</cp:coreProperties>
</file>